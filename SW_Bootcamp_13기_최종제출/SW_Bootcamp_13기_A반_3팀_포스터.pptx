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572125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58"/>
  </p:normalViewPr>
  <p:slideViewPr>
    <p:cSldViewPr snapToGrid="0">
      <p:cViewPr varScale="1">
        <p:scale>
          <a:sx n="83" d="100"/>
          <a:sy n="83" d="100"/>
        </p:scale>
        <p:origin x="2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910" y="1621451"/>
            <a:ext cx="4736306" cy="3449308"/>
          </a:xfrm>
        </p:spPr>
        <p:txBody>
          <a:bodyPr anchor="b"/>
          <a:lstStyle>
            <a:lvl1pPr algn="ctr">
              <a:defRPr sz="36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6516" y="5203778"/>
            <a:ext cx="4179094" cy="2392040"/>
          </a:xfrm>
        </p:spPr>
        <p:txBody>
          <a:bodyPr/>
          <a:lstStyle>
            <a:lvl1pPr marL="0" indent="0" algn="ctr">
              <a:buNone/>
              <a:defRPr sz="1463"/>
            </a:lvl1pPr>
            <a:lvl2pPr marL="278618" indent="0" algn="ctr">
              <a:buNone/>
              <a:defRPr sz="1219"/>
            </a:lvl2pPr>
            <a:lvl3pPr marL="557235" indent="0" algn="ctr">
              <a:buNone/>
              <a:defRPr sz="1097"/>
            </a:lvl3pPr>
            <a:lvl4pPr marL="835853" indent="0" algn="ctr">
              <a:buNone/>
              <a:defRPr sz="975"/>
            </a:lvl4pPr>
            <a:lvl5pPr marL="1114471" indent="0" algn="ctr">
              <a:buNone/>
              <a:defRPr sz="975"/>
            </a:lvl5pPr>
            <a:lvl6pPr marL="1393088" indent="0" algn="ctr">
              <a:buNone/>
              <a:defRPr sz="975"/>
            </a:lvl6pPr>
            <a:lvl7pPr marL="1671706" indent="0" algn="ctr">
              <a:buNone/>
              <a:defRPr sz="975"/>
            </a:lvl7pPr>
            <a:lvl8pPr marL="1950324" indent="0" algn="ctr">
              <a:buNone/>
              <a:defRPr sz="975"/>
            </a:lvl8pPr>
            <a:lvl9pPr marL="2228941" indent="0" algn="ctr">
              <a:buNone/>
              <a:defRPr sz="97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23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557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182" y="2470019"/>
            <a:ext cx="4805958" cy="4121281"/>
          </a:xfrm>
        </p:spPr>
        <p:txBody>
          <a:bodyPr anchor="b"/>
          <a:lstStyle>
            <a:lvl1pPr>
              <a:defRPr sz="36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182" y="6630289"/>
            <a:ext cx="4805958" cy="2167284"/>
          </a:xfrm>
        </p:spPr>
        <p:txBody>
          <a:bodyPr/>
          <a:lstStyle>
            <a:lvl1pPr marL="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1pPr>
            <a:lvl2pPr marL="278618" indent="0">
              <a:buNone/>
              <a:defRPr sz="1219">
                <a:solidFill>
                  <a:schemeClr val="tx1">
                    <a:tint val="82000"/>
                  </a:schemeClr>
                </a:solidFill>
              </a:defRPr>
            </a:lvl2pPr>
            <a:lvl3pPr marL="557235" indent="0">
              <a:buNone/>
              <a:defRPr sz="1097">
                <a:solidFill>
                  <a:schemeClr val="tx1">
                    <a:tint val="82000"/>
                  </a:schemeClr>
                </a:solidFill>
              </a:defRPr>
            </a:lvl3pPr>
            <a:lvl4pPr marL="835853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4pPr>
            <a:lvl5pPr marL="1114471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5pPr>
            <a:lvl6pPr marL="1393088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6pPr>
            <a:lvl7pPr marL="1671706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7pPr>
            <a:lvl8pPr marL="1950324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8pPr>
            <a:lvl9pPr marL="2228941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118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084" y="2637436"/>
            <a:ext cx="2368153" cy="628627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20888" y="2637436"/>
            <a:ext cx="2368153" cy="628627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674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09" y="527490"/>
            <a:ext cx="4805958" cy="191500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10" y="2428736"/>
            <a:ext cx="2357270" cy="1190286"/>
          </a:xfrm>
        </p:spPr>
        <p:txBody>
          <a:bodyPr anchor="b"/>
          <a:lstStyle>
            <a:lvl1pPr marL="0" indent="0">
              <a:buNone/>
              <a:defRPr sz="1463" b="1"/>
            </a:lvl1pPr>
            <a:lvl2pPr marL="278618" indent="0">
              <a:buNone/>
              <a:defRPr sz="1219" b="1"/>
            </a:lvl2pPr>
            <a:lvl3pPr marL="557235" indent="0">
              <a:buNone/>
              <a:defRPr sz="1097" b="1"/>
            </a:lvl3pPr>
            <a:lvl4pPr marL="835853" indent="0">
              <a:buNone/>
              <a:defRPr sz="975" b="1"/>
            </a:lvl4pPr>
            <a:lvl5pPr marL="1114471" indent="0">
              <a:buNone/>
              <a:defRPr sz="975" b="1"/>
            </a:lvl5pPr>
            <a:lvl6pPr marL="1393088" indent="0">
              <a:buNone/>
              <a:defRPr sz="975" b="1"/>
            </a:lvl6pPr>
            <a:lvl7pPr marL="1671706" indent="0">
              <a:buNone/>
              <a:defRPr sz="975" b="1"/>
            </a:lvl7pPr>
            <a:lvl8pPr marL="1950324" indent="0">
              <a:buNone/>
              <a:defRPr sz="975" b="1"/>
            </a:lvl8pPr>
            <a:lvl9pPr marL="2228941" indent="0">
              <a:buNone/>
              <a:defRPr sz="97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10" y="3619022"/>
            <a:ext cx="2357270" cy="53230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20889" y="2428736"/>
            <a:ext cx="2368879" cy="1190286"/>
          </a:xfrm>
        </p:spPr>
        <p:txBody>
          <a:bodyPr anchor="b"/>
          <a:lstStyle>
            <a:lvl1pPr marL="0" indent="0">
              <a:buNone/>
              <a:defRPr sz="1463" b="1"/>
            </a:lvl1pPr>
            <a:lvl2pPr marL="278618" indent="0">
              <a:buNone/>
              <a:defRPr sz="1219" b="1"/>
            </a:lvl2pPr>
            <a:lvl3pPr marL="557235" indent="0">
              <a:buNone/>
              <a:defRPr sz="1097" b="1"/>
            </a:lvl3pPr>
            <a:lvl4pPr marL="835853" indent="0">
              <a:buNone/>
              <a:defRPr sz="975" b="1"/>
            </a:lvl4pPr>
            <a:lvl5pPr marL="1114471" indent="0">
              <a:buNone/>
              <a:defRPr sz="975" b="1"/>
            </a:lvl5pPr>
            <a:lvl6pPr marL="1393088" indent="0">
              <a:buNone/>
              <a:defRPr sz="975" b="1"/>
            </a:lvl6pPr>
            <a:lvl7pPr marL="1671706" indent="0">
              <a:buNone/>
              <a:defRPr sz="975" b="1"/>
            </a:lvl7pPr>
            <a:lvl8pPr marL="1950324" indent="0">
              <a:buNone/>
              <a:defRPr sz="975" b="1"/>
            </a:lvl8pPr>
            <a:lvl9pPr marL="2228941" indent="0">
              <a:buNone/>
              <a:defRPr sz="97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20889" y="3619022"/>
            <a:ext cx="2368879" cy="53230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329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878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625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10" y="660506"/>
            <a:ext cx="1797155" cy="2311771"/>
          </a:xfrm>
        </p:spPr>
        <p:txBody>
          <a:bodyPr anchor="b"/>
          <a:lstStyle>
            <a:lvl1pPr>
              <a:defRPr sz="19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8879" y="1426511"/>
            <a:ext cx="2820888" cy="7040809"/>
          </a:xfrm>
        </p:spPr>
        <p:txBody>
          <a:bodyPr/>
          <a:lstStyle>
            <a:lvl1pPr>
              <a:defRPr sz="1950"/>
            </a:lvl1pPr>
            <a:lvl2pPr>
              <a:defRPr sz="1706"/>
            </a:lvl2pPr>
            <a:lvl3pPr>
              <a:defRPr sz="1463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810" y="2972276"/>
            <a:ext cx="1797155" cy="5506510"/>
          </a:xfrm>
        </p:spPr>
        <p:txBody>
          <a:bodyPr/>
          <a:lstStyle>
            <a:lvl1pPr marL="0" indent="0">
              <a:buNone/>
              <a:defRPr sz="975"/>
            </a:lvl1pPr>
            <a:lvl2pPr marL="278618" indent="0">
              <a:buNone/>
              <a:defRPr sz="853"/>
            </a:lvl2pPr>
            <a:lvl3pPr marL="557235" indent="0">
              <a:buNone/>
              <a:defRPr sz="731"/>
            </a:lvl3pPr>
            <a:lvl4pPr marL="835853" indent="0">
              <a:buNone/>
              <a:defRPr sz="609"/>
            </a:lvl4pPr>
            <a:lvl5pPr marL="1114471" indent="0">
              <a:buNone/>
              <a:defRPr sz="609"/>
            </a:lvl5pPr>
            <a:lvl6pPr marL="1393088" indent="0">
              <a:buNone/>
              <a:defRPr sz="609"/>
            </a:lvl6pPr>
            <a:lvl7pPr marL="1671706" indent="0">
              <a:buNone/>
              <a:defRPr sz="609"/>
            </a:lvl7pPr>
            <a:lvl8pPr marL="1950324" indent="0">
              <a:buNone/>
              <a:defRPr sz="609"/>
            </a:lvl8pPr>
            <a:lvl9pPr marL="2228941" indent="0">
              <a:buNone/>
              <a:defRPr sz="60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387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10" y="660506"/>
            <a:ext cx="1797155" cy="2311771"/>
          </a:xfrm>
        </p:spPr>
        <p:txBody>
          <a:bodyPr anchor="b"/>
          <a:lstStyle>
            <a:lvl1pPr>
              <a:defRPr sz="19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68879" y="1426511"/>
            <a:ext cx="2820888" cy="7040809"/>
          </a:xfrm>
        </p:spPr>
        <p:txBody>
          <a:bodyPr anchor="t"/>
          <a:lstStyle>
            <a:lvl1pPr marL="0" indent="0">
              <a:buNone/>
              <a:defRPr sz="1950"/>
            </a:lvl1pPr>
            <a:lvl2pPr marL="278618" indent="0">
              <a:buNone/>
              <a:defRPr sz="1706"/>
            </a:lvl2pPr>
            <a:lvl3pPr marL="557235" indent="0">
              <a:buNone/>
              <a:defRPr sz="1463"/>
            </a:lvl3pPr>
            <a:lvl4pPr marL="835853" indent="0">
              <a:buNone/>
              <a:defRPr sz="1219"/>
            </a:lvl4pPr>
            <a:lvl5pPr marL="1114471" indent="0">
              <a:buNone/>
              <a:defRPr sz="1219"/>
            </a:lvl5pPr>
            <a:lvl6pPr marL="1393088" indent="0">
              <a:buNone/>
              <a:defRPr sz="1219"/>
            </a:lvl6pPr>
            <a:lvl7pPr marL="1671706" indent="0">
              <a:buNone/>
              <a:defRPr sz="1219"/>
            </a:lvl7pPr>
            <a:lvl8pPr marL="1950324" indent="0">
              <a:buNone/>
              <a:defRPr sz="1219"/>
            </a:lvl8pPr>
            <a:lvl9pPr marL="2228941" indent="0">
              <a:buNone/>
              <a:defRPr sz="121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810" y="2972276"/>
            <a:ext cx="1797155" cy="5506510"/>
          </a:xfrm>
        </p:spPr>
        <p:txBody>
          <a:bodyPr/>
          <a:lstStyle>
            <a:lvl1pPr marL="0" indent="0">
              <a:buNone/>
              <a:defRPr sz="975"/>
            </a:lvl1pPr>
            <a:lvl2pPr marL="278618" indent="0">
              <a:buNone/>
              <a:defRPr sz="853"/>
            </a:lvl2pPr>
            <a:lvl3pPr marL="557235" indent="0">
              <a:buNone/>
              <a:defRPr sz="731"/>
            </a:lvl3pPr>
            <a:lvl4pPr marL="835853" indent="0">
              <a:buNone/>
              <a:defRPr sz="609"/>
            </a:lvl4pPr>
            <a:lvl5pPr marL="1114471" indent="0">
              <a:buNone/>
              <a:defRPr sz="609"/>
            </a:lvl5pPr>
            <a:lvl6pPr marL="1393088" indent="0">
              <a:buNone/>
              <a:defRPr sz="609"/>
            </a:lvl6pPr>
            <a:lvl7pPr marL="1671706" indent="0">
              <a:buNone/>
              <a:defRPr sz="609"/>
            </a:lvl7pPr>
            <a:lvl8pPr marL="1950324" indent="0">
              <a:buNone/>
              <a:defRPr sz="609"/>
            </a:lvl8pPr>
            <a:lvl9pPr marL="2228941" indent="0">
              <a:buNone/>
              <a:defRPr sz="60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277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532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87552" y="527487"/>
            <a:ext cx="1201489" cy="83962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084" y="527487"/>
            <a:ext cx="3534817" cy="83962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21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084" y="527490"/>
            <a:ext cx="4805958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084" y="2637436"/>
            <a:ext cx="4805958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3084" y="9182869"/>
            <a:ext cx="1253728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45767" y="9182869"/>
            <a:ext cx="1880592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35313" y="9182869"/>
            <a:ext cx="1253728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5000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57235" rtl="0" eaLnBrk="1" latinLnBrk="1" hangingPunct="1">
        <a:lnSpc>
          <a:spcPct val="90000"/>
        </a:lnSpc>
        <a:spcBef>
          <a:spcPct val="0"/>
        </a:spcBef>
        <a:buNone/>
        <a:defRPr sz="26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309" indent="-139309" algn="l" defTabSz="557235" rtl="0" eaLnBrk="1" latinLnBrk="1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1pPr>
      <a:lvl2pPr marL="417927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696544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75162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4pPr>
      <a:lvl5pPr marL="1253780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5pPr>
      <a:lvl6pPr marL="1532397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811015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2089633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368250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1pPr>
      <a:lvl2pPr marL="278618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2pPr>
      <a:lvl3pPr marL="557235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3pPr>
      <a:lvl4pPr marL="835853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4pPr>
      <a:lvl5pPr marL="1114471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5pPr>
      <a:lvl6pPr marL="1393088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671706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1950324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228941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멀티미디어 소프트웨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2130D25-9CF7-FC57-1610-C020B907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57212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Macintosh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이다인</dc:creator>
  <cp:lastModifiedBy>이다인</cp:lastModifiedBy>
  <cp:revision>1</cp:revision>
  <dcterms:created xsi:type="dcterms:W3CDTF">2026-07-01T07:51:13Z</dcterms:created>
  <dcterms:modified xsi:type="dcterms:W3CDTF">2026-07-01T07:54:28Z</dcterms:modified>
</cp:coreProperties>
</file>