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5572125" cy="74628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35"/>
  </p:normalViewPr>
  <p:slideViewPr>
    <p:cSldViewPr snapToGrid="0">
      <p:cViewPr varScale="1">
        <p:scale>
          <a:sx n="105" d="100"/>
          <a:sy n="105" d="100"/>
        </p:scale>
        <p:origin x="18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7910" y="1221349"/>
            <a:ext cx="4736306" cy="2598173"/>
          </a:xfrm>
        </p:spPr>
        <p:txBody>
          <a:bodyPr anchor="b"/>
          <a:lstStyle>
            <a:lvl1pPr algn="ctr">
              <a:defRPr sz="36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6516" y="3919718"/>
            <a:ext cx="4179094" cy="1801791"/>
          </a:xfrm>
        </p:spPr>
        <p:txBody>
          <a:bodyPr/>
          <a:lstStyle>
            <a:lvl1pPr marL="0" indent="0" algn="ctr">
              <a:buNone/>
              <a:defRPr sz="1463"/>
            </a:lvl1pPr>
            <a:lvl2pPr marL="278618" indent="0" algn="ctr">
              <a:buNone/>
              <a:defRPr sz="1219"/>
            </a:lvl2pPr>
            <a:lvl3pPr marL="557235" indent="0" algn="ctr">
              <a:buNone/>
              <a:defRPr sz="1097"/>
            </a:lvl3pPr>
            <a:lvl4pPr marL="835853" indent="0" algn="ctr">
              <a:buNone/>
              <a:defRPr sz="975"/>
            </a:lvl4pPr>
            <a:lvl5pPr marL="1114471" indent="0" algn="ctr">
              <a:buNone/>
              <a:defRPr sz="975"/>
            </a:lvl5pPr>
            <a:lvl6pPr marL="1393088" indent="0" algn="ctr">
              <a:buNone/>
              <a:defRPr sz="975"/>
            </a:lvl6pPr>
            <a:lvl7pPr marL="1671706" indent="0" algn="ctr">
              <a:buNone/>
              <a:defRPr sz="975"/>
            </a:lvl7pPr>
            <a:lvl8pPr marL="1950324" indent="0" algn="ctr">
              <a:buNone/>
              <a:defRPr sz="975"/>
            </a:lvl8pPr>
            <a:lvl9pPr marL="2228941" indent="0" algn="ctr">
              <a:buNone/>
              <a:defRPr sz="975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96707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89087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182" y="1860529"/>
            <a:ext cx="4805958" cy="3104333"/>
          </a:xfrm>
        </p:spPr>
        <p:txBody>
          <a:bodyPr anchor="b"/>
          <a:lstStyle>
            <a:lvl1pPr>
              <a:defRPr sz="365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182" y="4994230"/>
            <a:ext cx="4805958" cy="1632495"/>
          </a:xfrm>
        </p:spPr>
        <p:txBody>
          <a:bodyPr/>
          <a:lstStyle>
            <a:lvl1pPr marL="0" indent="0">
              <a:buNone/>
              <a:defRPr sz="1463">
                <a:solidFill>
                  <a:schemeClr val="tx1">
                    <a:tint val="82000"/>
                  </a:schemeClr>
                </a:solidFill>
              </a:defRPr>
            </a:lvl1pPr>
            <a:lvl2pPr marL="278618" indent="0">
              <a:buNone/>
              <a:defRPr sz="1219">
                <a:solidFill>
                  <a:schemeClr val="tx1">
                    <a:tint val="82000"/>
                  </a:schemeClr>
                </a:solidFill>
              </a:defRPr>
            </a:lvl2pPr>
            <a:lvl3pPr marL="557235" indent="0">
              <a:buNone/>
              <a:defRPr sz="1097">
                <a:solidFill>
                  <a:schemeClr val="tx1">
                    <a:tint val="82000"/>
                  </a:schemeClr>
                </a:solidFill>
              </a:defRPr>
            </a:lvl3pPr>
            <a:lvl4pPr marL="835853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4pPr>
            <a:lvl5pPr marL="1114471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5pPr>
            <a:lvl6pPr marL="1393088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6pPr>
            <a:lvl7pPr marL="1671706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7pPr>
            <a:lvl8pPr marL="1950324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8pPr>
            <a:lvl9pPr marL="2228941" indent="0">
              <a:buNone/>
              <a:defRPr sz="9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64467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3084" y="1986635"/>
            <a:ext cx="2368153" cy="47351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20888" y="1986635"/>
            <a:ext cx="2368153" cy="47351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48618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09" y="397329"/>
            <a:ext cx="4805958" cy="144247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10" y="1829432"/>
            <a:ext cx="2357270" cy="896577"/>
          </a:xfrm>
        </p:spPr>
        <p:txBody>
          <a:bodyPr anchor="b"/>
          <a:lstStyle>
            <a:lvl1pPr marL="0" indent="0">
              <a:buNone/>
              <a:defRPr sz="1463" b="1"/>
            </a:lvl1pPr>
            <a:lvl2pPr marL="278618" indent="0">
              <a:buNone/>
              <a:defRPr sz="1219" b="1"/>
            </a:lvl2pPr>
            <a:lvl3pPr marL="557235" indent="0">
              <a:buNone/>
              <a:defRPr sz="1097" b="1"/>
            </a:lvl3pPr>
            <a:lvl4pPr marL="835853" indent="0">
              <a:buNone/>
              <a:defRPr sz="975" b="1"/>
            </a:lvl4pPr>
            <a:lvl5pPr marL="1114471" indent="0">
              <a:buNone/>
              <a:defRPr sz="975" b="1"/>
            </a:lvl5pPr>
            <a:lvl6pPr marL="1393088" indent="0">
              <a:buNone/>
              <a:defRPr sz="975" b="1"/>
            </a:lvl6pPr>
            <a:lvl7pPr marL="1671706" indent="0">
              <a:buNone/>
              <a:defRPr sz="975" b="1"/>
            </a:lvl7pPr>
            <a:lvl8pPr marL="1950324" indent="0">
              <a:buNone/>
              <a:defRPr sz="975" b="1"/>
            </a:lvl8pPr>
            <a:lvl9pPr marL="2228941" indent="0">
              <a:buNone/>
              <a:defRPr sz="97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3810" y="2726009"/>
            <a:ext cx="2357270" cy="40095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20889" y="1829432"/>
            <a:ext cx="2368879" cy="896577"/>
          </a:xfrm>
        </p:spPr>
        <p:txBody>
          <a:bodyPr anchor="b"/>
          <a:lstStyle>
            <a:lvl1pPr marL="0" indent="0">
              <a:buNone/>
              <a:defRPr sz="1463" b="1"/>
            </a:lvl1pPr>
            <a:lvl2pPr marL="278618" indent="0">
              <a:buNone/>
              <a:defRPr sz="1219" b="1"/>
            </a:lvl2pPr>
            <a:lvl3pPr marL="557235" indent="0">
              <a:buNone/>
              <a:defRPr sz="1097" b="1"/>
            </a:lvl3pPr>
            <a:lvl4pPr marL="835853" indent="0">
              <a:buNone/>
              <a:defRPr sz="975" b="1"/>
            </a:lvl4pPr>
            <a:lvl5pPr marL="1114471" indent="0">
              <a:buNone/>
              <a:defRPr sz="975" b="1"/>
            </a:lvl5pPr>
            <a:lvl6pPr marL="1393088" indent="0">
              <a:buNone/>
              <a:defRPr sz="975" b="1"/>
            </a:lvl6pPr>
            <a:lvl7pPr marL="1671706" indent="0">
              <a:buNone/>
              <a:defRPr sz="975" b="1"/>
            </a:lvl7pPr>
            <a:lvl8pPr marL="1950324" indent="0">
              <a:buNone/>
              <a:defRPr sz="975" b="1"/>
            </a:lvl8pPr>
            <a:lvl9pPr marL="2228941" indent="0">
              <a:buNone/>
              <a:defRPr sz="975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20889" y="2726009"/>
            <a:ext cx="2368879" cy="40095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65340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243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2146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10" y="497522"/>
            <a:ext cx="1797155" cy="1741329"/>
          </a:xfrm>
        </p:spPr>
        <p:txBody>
          <a:bodyPr anchor="b"/>
          <a:lstStyle>
            <a:lvl1pPr>
              <a:defRPr sz="19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8879" y="1074512"/>
            <a:ext cx="2820888" cy="5303452"/>
          </a:xfrm>
        </p:spPr>
        <p:txBody>
          <a:bodyPr/>
          <a:lstStyle>
            <a:lvl1pPr>
              <a:defRPr sz="1950"/>
            </a:lvl1pPr>
            <a:lvl2pPr>
              <a:defRPr sz="1706"/>
            </a:lvl2pPr>
            <a:lvl3pPr>
              <a:defRPr sz="1463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810" y="2238851"/>
            <a:ext cx="1797155" cy="4147749"/>
          </a:xfrm>
        </p:spPr>
        <p:txBody>
          <a:bodyPr/>
          <a:lstStyle>
            <a:lvl1pPr marL="0" indent="0">
              <a:buNone/>
              <a:defRPr sz="975"/>
            </a:lvl1pPr>
            <a:lvl2pPr marL="278618" indent="0">
              <a:buNone/>
              <a:defRPr sz="853"/>
            </a:lvl2pPr>
            <a:lvl3pPr marL="557235" indent="0">
              <a:buNone/>
              <a:defRPr sz="731"/>
            </a:lvl3pPr>
            <a:lvl4pPr marL="835853" indent="0">
              <a:buNone/>
              <a:defRPr sz="609"/>
            </a:lvl4pPr>
            <a:lvl5pPr marL="1114471" indent="0">
              <a:buNone/>
              <a:defRPr sz="609"/>
            </a:lvl5pPr>
            <a:lvl6pPr marL="1393088" indent="0">
              <a:buNone/>
              <a:defRPr sz="609"/>
            </a:lvl6pPr>
            <a:lvl7pPr marL="1671706" indent="0">
              <a:buNone/>
              <a:defRPr sz="609"/>
            </a:lvl7pPr>
            <a:lvl8pPr marL="1950324" indent="0">
              <a:buNone/>
              <a:defRPr sz="609"/>
            </a:lvl8pPr>
            <a:lvl9pPr marL="2228941" indent="0">
              <a:buNone/>
              <a:defRPr sz="60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8559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10" y="497522"/>
            <a:ext cx="1797155" cy="1741329"/>
          </a:xfrm>
        </p:spPr>
        <p:txBody>
          <a:bodyPr anchor="b"/>
          <a:lstStyle>
            <a:lvl1pPr>
              <a:defRPr sz="195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68879" y="1074512"/>
            <a:ext cx="2820888" cy="5303452"/>
          </a:xfrm>
        </p:spPr>
        <p:txBody>
          <a:bodyPr anchor="t"/>
          <a:lstStyle>
            <a:lvl1pPr marL="0" indent="0">
              <a:buNone/>
              <a:defRPr sz="1950"/>
            </a:lvl1pPr>
            <a:lvl2pPr marL="278618" indent="0">
              <a:buNone/>
              <a:defRPr sz="1706"/>
            </a:lvl2pPr>
            <a:lvl3pPr marL="557235" indent="0">
              <a:buNone/>
              <a:defRPr sz="1463"/>
            </a:lvl3pPr>
            <a:lvl4pPr marL="835853" indent="0">
              <a:buNone/>
              <a:defRPr sz="1219"/>
            </a:lvl4pPr>
            <a:lvl5pPr marL="1114471" indent="0">
              <a:buNone/>
              <a:defRPr sz="1219"/>
            </a:lvl5pPr>
            <a:lvl6pPr marL="1393088" indent="0">
              <a:buNone/>
              <a:defRPr sz="1219"/>
            </a:lvl6pPr>
            <a:lvl7pPr marL="1671706" indent="0">
              <a:buNone/>
              <a:defRPr sz="1219"/>
            </a:lvl7pPr>
            <a:lvl8pPr marL="1950324" indent="0">
              <a:buNone/>
              <a:defRPr sz="1219"/>
            </a:lvl8pPr>
            <a:lvl9pPr marL="2228941" indent="0">
              <a:buNone/>
              <a:defRPr sz="121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3810" y="2238851"/>
            <a:ext cx="1797155" cy="4147749"/>
          </a:xfrm>
        </p:spPr>
        <p:txBody>
          <a:bodyPr/>
          <a:lstStyle>
            <a:lvl1pPr marL="0" indent="0">
              <a:buNone/>
              <a:defRPr sz="975"/>
            </a:lvl1pPr>
            <a:lvl2pPr marL="278618" indent="0">
              <a:buNone/>
              <a:defRPr sz="853"/>
            </a:lvl2pPr>
            <a:lvl3pPr marL="557235" indent="0">
              <a:buNone/>
              <a:defRPr sz="731"/>
            </a:lvl3pPr>
            <a:lvl4pPr marL="835853" indent="0">
              <a:buNone/>
              <a:defRPr sz="609"/>
            </a:lvl4pPr>
            <a:lvl5pPr marL="1114471" indent="0">
              <a:buNone/>
              <a:defRPr sz="609"/>
            </a:lvl5pPr>
            <a:lvl6pPr marL="1393088" indent="0">
              <a:buNone/>
              <a:defRPr sz="609"/>
            </a:lvl6pPr>
            <a:lvl7pPr marL="1671706" indent="0">
              <a:buNone/>
              <a:defRPr sz="609"/>
            </a:lvl7pPr>
            <a:lvl8pPr marL="1950324" indent="0">
              <a:buNone/>
              <a:defRPr sz="609"/>
            </a:lvl8pPr>
            <a:lvl9pPr marL="2228941" indent="0">
              <a:buNone/>
              <a:defRPr sz="60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201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248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87552" y="397327"/>
            <a:ext cx="1201489" cy="632441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3084" y="397327"/>
            <a:ext cx="3534817" cy="632441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6523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3084" y="397329"/>
            <a:ext cx="4805958" cy="14424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084" y="1986635"/>
            <a:ext cx="4805958" cy="4735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3084" y="6916947"/>
            <a:ext cx="1253728" cy="397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970B8-BA40-E647-ABD1-8388B3E599E1}" type="datetimeFigureOut">
              <a:rPr kumimoji="1" lang="ko-KR" altLang="en-US" smtClean="0"/>
              <a:t>2026. 7. 1.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45767" y="6916947"/>
            <a:ext cx="1880592" cy="397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35313" y="6916947"/>
            <a:ext cx="1253728" cy="397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FDDAE-F375-584C-B92B-C24872AA1100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62242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57235" rtl="0" eaLnBrk="1" latinLnBrk="1" hangingPunct="1">
        <a:lnSpc>
          <a:spcPct val="90000"/>
        </a:lnSpc>
        <a:spcBef>
          <a:spcPct val="0"/>
        </a:spcBef>
        <a:buNone/>
        <a:defRPr sz="26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9309" indent="-139309" algn="l" defTabSz="557235" rtl="0" eaLnBrk="1" latinLnBrk="1" hangingPunct="1">
        <a:lnSpc>
          <a:spcPct val="90000"/>
        </a:lnSpc>
        <a:spcBef>
          <a:spcPts val="609"/>
        </a:spcBef>
        <a:buFont typeface="Arial" panose="020B0604020202020204" pitchFamily="34" charset="0"/>
        <a:buChar char="•"/>
        <a:defRPr sz="1706" kern="1200">
          <a:solidFill>
            <a:schemeClr val="tx1"/>
          </a:solidFill>
          <a:latin typeface="+mn-lt"/>
          <a:ea typeface="+mn-ea"/>
          <a:cs typeface="+mn-cs"/>
        </a:defRPr>
      </a:lvl1pPr>
      <a:lvl2pPr marL="417927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696544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75162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4pPr>
      <a:lvl5pPr marL="1253780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5pPr>
      <a:lvl6pPr marL="1532397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6pPr>
      <a:lvl7pPr marL="1811015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7pPr>
      <a:lvl8pPr marL="2089633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8pPr>
      <a:lvl9pPr marL="2368250" indent="-139309" algn="l" defTabSz="557235" rtl="0" eaLnBrk="1" latinLnBrk="1" hangingPunct="1">
        <a:lnSpc>
          <a:spcPct val="90000"/>
        </a:lnSpc>
        <a:spcBef>
          <a:spcPts val="305"/>
        </a:spcBef>
        <a:buFont typeface="Arial" panose="020B0604020202020204" pitchFamily="34" charset="0"/>
        <a:buChar char="•"/>
        <a:defRPr sz="10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1pPr>
      <a:lvl2pPr marL="278618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2pPr>
      <a:lvl3pPr marL="557235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3pPr>
      <a:lvl4pPr marL="835853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4pPr>
      <a:lvl5pPr marL="1114471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5pPr>
      <a:lvl6pPr marL="1393088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6pPr>
      <a:lvl7pPr marL="1671706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7pPr>
      <a:lvl8pPr marL="1950324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8pPr>
      <a:lvl9pPr marL="2228941" algn="l" defTabSz="557235" rtl="0" eaLnBrk="1" latinLnBrk="1" hangingPunct="1">
        <a:defRPr sz="10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소프트웨어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7B1C051-C53E-B753-7D44-965980197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72252" cy="746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05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0</Words>
  <Application>Microsoft Macintosh PowerPoint</Application>
  <PresentationFormat>사용자 지정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이다인</dc:creator>
  <cp:lastModifiedBy>이다인</cp:lastModifiedBy>
  <cp:revision>2</cp:revision>
  <dcterms:created xsi:type="dcterms:W3CDTF">2026-07-01T07:51:13Z</dcterms:created>
  <dcterms:modified xsi:type="dcterms:W3CDTF">2026-07-01T07:58:08Z</dcterms:modified>
</cp:coreProperties>
</file>